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1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89487-7C94-BA9A-7F13-2AC7C8EE2FE0}" v="26" dt="2026-06-15T16:38:28.284"/>
    <p1510:client id="{F42A89C2-32E7-8281-F829-C9A26432E179}" v="1" dt="2026-06-17T13:04:57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7CF6E-4D44-4E99-8266-46930AB0A95C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85464-78CD-4E59-9072-D667DEB281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25CE1-B8D6-218C-594A-1C493B04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876FC-29EA-8FB2-1351-A2FBC207E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E21B3-6CF4-5B22-2CD3-056ED473B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057D7-83E3-4019-1A7B-E88E9DB34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64008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640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PREZENTACJA PRODUKTU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Rezerwacji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Biletów Kinowych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600" i="1" dirty="0">
              <a:solidFill>
                <a:srgbClr val="B0B3C1"/>
              </a:solidFill>
              <a:ea typeface="Calibri"/>
              <a:cs typeface="Calibri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114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Dlaczego potrzebujesz naszego systemu?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3931920" cy="32004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1143000"/>
            <a:ext cx="3931920" cy="32004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</a:rPr>
              <a:t>DZIŚ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Z NASZYM SYSTEMEM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❌  Kolejki przy kasach i marnowanie czasu klientów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❌  Brak kontroli nad dostępnością miejsc w czasie rzeczywistym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❌  Ręczne zarządzanie rezerwacjami – błędy, chaos, straty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❌  Brak danych o klientach i ich preferencjach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✅  Zakup online 24/7 – bez kolejek, bez stresu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3134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✅  Mapa sali w czasie rzeczywistym – wybór miejsca jednym kliknięciem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35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✅  Automatyzacja całego procesu od rezerwacji do biletu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557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3C1"/>
                </a:solidFill>
              </a:rPr>
              <a:t>✅  Pełna historia zamówień i analityka klientów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funkcje systemu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Repertuar &amp; Seanse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Pełne zarządzanie filmami, seansami, salami i miejscami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Rezerwacja online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Prosty flow: wybór seansu → miejsca → bilet w minutę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89320" y="105156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0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Płatności wielokanałowe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7220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BLIK, karta, Apple Pay / Google Pay – pełna automatyzacja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11480" y="27432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71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26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Bilet elektroniczny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4360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QR kod na email i w aplikacji – zero papieru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27432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718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2926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Baza danych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83280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Solidny model danych: filmy, seanse, miejsca, płatności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989320" y="27432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9718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2926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użytkowników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72200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3C1"/>
                </a:solidFill>
              </a:rPr>
              <a:t>Klient, Gość, Administrator – pełna kontrola dostępu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Funkcje Techniczne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930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Blokada miejsc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399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Optymistyczne blokowanie w trakcie sesji rezerwacji – zapobiega konfliktom równoczesnych zakupów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96012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930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Multi-metody płatności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49240" y="1399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BLIK, karta płatnicza, Apple Pay, Google Pay – integracja z operatorem przez REST API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24028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6946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E-bilet z QR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60120" y="2679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Generacja unikalnego kodu QR po pomyślnej płatności, wysyłka email + opcja pobrania PDF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224028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694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 uprawnienia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49240" y="2679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Users + Admins z PermissionLevel – separacja dostępu użytkownika od administratora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352044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4962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Integralność danych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60120" y="39593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Klucze obce FK, statusy Enum, blokada podwójnej rezerwacji na poziomie bazy danych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352044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61630"/>
          </a:solidFill>
          <a:ln/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849624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Modularny design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349240" y="39593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encja mapuje na oddzielny moduł domenowy – łatwe skalowanie i testy jednostkowe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835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94560">
              <a:alpha val="10000"/>
            </a:srgbClr>
          </a:solidFill>
          <a:ln w="12700">
            <a:solidFill>
              <a:srgbClr val="E9456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Gotowi na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nową erę kina?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0" y="2377440"/>
            <a:ext cx="3657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651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6334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3C1"/>
                </a:solidFill>
              </a:rPr>
              <a:t>Szybkie wdrożenie – gotowe w 2 tygodnie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1272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3C1"/>
                </a:solidFill>
              </a:rPr>
              <a:t>Pełna dokumentacja i wsparcie techniczne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60273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11680" y="35844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3C1"/>
                </a:solidFill>
              </a:rPr>
              <a:t>Skalowalność – od małego kina po sieć multipleksów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782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11680" y="40599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3C1"/>
                </a:solidFill>
              </a:rPr>
              <a:t>Bezpieczeństwo danych klientów (RODO)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951EB-3ECF-C1E5-0CC6-0E86735A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761F3-4E22-9F12-988F-85733E243ABE}"/>
              </a:ext>
            </a:extLst>
          </p:cNvPr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94560">
              <a:alpha val="10000"/>
            </a:srgbClr>
          </a:solidFill>
          <a:ln w="12700">
            <a:solidFill>
              <a:srgbClr val="E94560">
                <a:alpha val="1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EF6099-CEB7-9D3E-12DF-0F49B4BC8879}"/>
              </a:ext>
            </a:extLst>
          </p:cNvPr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7BAABA-0041-E0CB-1243-4D10448E48D6}"/>
              </a:ext>
            </a:extLst>
          </p:cNvPr>
          <p:cNvSpPr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42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pic>
        <p:nvPicPr>
          <p:cNvPr id="14" name="Picture 13" descr="Absolute Cinema Meme - Absolute cinema Cinema Cine - Discover &amp; Share GIFs">
            <a:extLst>
              <a:ext uri="{FF2B5EF4-FFF2-40B4-BE49-F238E27FC236}">
                <a16:creationId xmlns:a16="http://schemas.microsoft.com/office/drawing/2014/main" id="{B6E57B37-28A0-8023-7BBA-2E2F2977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59" y="167616"/>
            <a:ext cx="5433702" cy="46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4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Rezerwacji Biletów Kinowych</dc:title>
  <dc:subject>PptxGenJS Presentation</dc:subject>
  <dc:creator>PptxGenJS</dc:creator>
  <cp:lastModifiedBy>PptxGenJS</cp:lastModifiedBy>
  <cp:revision>18</cp:revision>
  <dcterms:created xsi:type="dcterms:W3CDTF">2026-06-15T14:43:57Z</dcterms:created>
  <dcterms:modified xsi:type="dcterms:W3CDTF">2026-06-17T13:05:16Z</dcterms:modified>
</cp:coreProperties>
</file>